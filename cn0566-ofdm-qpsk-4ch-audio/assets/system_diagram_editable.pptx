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85216"/>
          </a:xfrm>
          <a:prstGeom prst="rect">
            <a:avLst/>
          </a:prstGeom>
          <a:solidFill>
            <a:srgbClr val="0F2D5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CN0566 + PlutoSDR Four-Channel QPSK-OFDM Platform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46888" y="3840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Vivaldi TX • CN0566 phased receive array • Raspberry Pi 4 realtime audio / performance testing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155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stable_1m: 1 MSPS • FFT 256 • CP 32 • QPSK • 4 logical streams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01168" y="7132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Transmit software path on Raspberry Pi 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53712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</a:rPr>
              <a:t>RF / analog path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55280" y="7132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2410C"/>
                </a:solidFill>
              </a:rPr>
              <a:t>Receive + playback / performance path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0312" y="1024128"/>
            <a:ext cx="86868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WAV files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sample_1…4.wav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1243584" y="1024128"/>
            <a:ext cx="86868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IMA-ADPCM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kHz mono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2276856" y="1024128"/>
            <a:ext cx="950976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Packets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stream_id + CRC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3383280" y="1024128"/>
            <a:ext cx="713232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1/2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4233672" y="1024128"/>
            <a:ext cx="667512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QPSK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mapper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5056632" y="1024128"/>
            <a:ext cx="777240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OFDM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IFFT + CP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5989320" y="1024128"/>
            <a:ext cx="804672" cy="45720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 chunk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 buffer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6958584" y="1024128"/>
            <a:ext cx="804672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Pluto TX2A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GHz IF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7936992" y="1024128"/>
            <a:ext cx="877824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CN0566 TX_IN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upconvert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8979408" y="1024128"/>
            <a:ext cx="749808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TX_OUT_2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Vivaldi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9875520" y="1024128"/>
            <a:ext cx="749808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 path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reflector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10771632" y="1024128"/>
            <a:ext cx="987552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CN0566 array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RX2 path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1106424" y="1252728"/>
            <a:ext cx="100584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139696" y="1252728"/>
            <a:ext cx="100584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55264" y="1252728"/>
            <a:ext cx="9144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23944" y="1252728"/>
            <a:ext cx="73152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928616" y="1252728"/>
            <a:ext cx="91440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61304" y="1252728"/>
            <a:ext cx="91440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21424" y="1252728"/>
            <a:ext cx="100584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790688" y="1252728"/>
            <a:ext cx="109728" cy="0"/>
          </a:xfrm>
          <a:prstGeom prst="line">
            <a:avLst/>
          </a:prstGeom>
          <a:noFill/>
          <a:ln w="15875">
            <a:solidFill>
              <a:srgbClr val="16653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842248" y="1252728"/>
            <a:ext cx="100584" cy="0"/>
          </a:xfrm>
          <a:prstGeom prst="line">
            <a:avLst/>
          </a:prstGeom>
          <a:noFill/>
          <a:ln w="15875">
            <a:solidFill>
              <a:srgbClr val="16653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56648" y="1252728"/>
            <a:ext cx="82296" cy="0"/>
          </a:xfrm>
          <a:prstGeom prst="line">
            <a:avLst/>
          </a:prstGeom>
          <a:noFill/>
          <a:ln w="15875">
            <a:solidFill>
              <a:srgbClr val="16653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652760" y="1252728"/>
            <a:ext cx="82296" cy="0"/>
          </a:xfrm>
          <a:prstGeom prst="line">
            <a:avLst/>
          </a:prstGeom>
          <a:noFill/>
          <a:ln w="15875">
            <a:solidFill>
              <a:srgbClr val="166534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771632" y="2057400"/>
            <a:ext cx="987552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Pluto RX2A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I/Q samples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720072" y="2057400"/>
            <a:ext cx="859536" cy="457200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OFDM sync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preamble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641080" y="2057400"/>
            <a:ext cx="896112" cy="457200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FFT + pilots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EQ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7626096" y="2057400"/>
            <a:ext cx="786384" cy="457200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QPSK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bits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6473952" y="2057400"/>
            <a:ext cx="932688" cy="457200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 + CRC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packet check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468112" y="2057400"/>
            <a:ext cx="749808" cy="457200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demux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133088" y="2057400"/>
            <a:ext cx="1115568" cy="457200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Selected-channel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ADPCM decode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2852928" y="2057400"/>
            <a:ext cx="1042416" cy="457200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ALSA speaker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 1,3 / all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1609344" y="2057400"/>
            <a:ext cx="9601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A1620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Recordings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metrics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301752" y="2057400"/>
            <a:ext cx="1078992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A1620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constellation/PSD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10735056" y="2286000"/>
            <a:ext cx="-128016" cy="0"/>
          </a:xfrm>
          <a:prstGeom prst="line">
            <a:avLst/>
          </a:prstGeom>
          <a:noFill/>
          <a:ln w="1524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683496" y="2286000"/>
            <a:ext cx="-118872" cy="0"/>
          </a:xfrm>
          <a:prstGeom prst="line">
            <a:avLst/>
          </a:prstGeom>
          <a:noFill/>
          <a:ln w="1524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604504" y="2286000"/>
            <a:ext cx="-164592" cy="0"/>
          </a:xfrm>
          <a:prstGeom prst="line">
            <a:avLst/>
          </a:prstGeom>
          <a:noFill/>
          <a:ln w="1524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589520" y="2286000"/>
            <a:ext cx="-155448" cy="0"/>
          </a:xfrm>
          <a:prstGeom prst="line">
            <a:avLst/>
          </a:prstGeom>
          <a:noFill/>
          <a:ln w="1524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437376" y="2286000"/>
            <a:ext cx="-192024" cy="0"/>
          </a:xfrm>
          <a:prstGeom prst="line">
            <a:avLst/>
          </a:prstGeom>
          <a:noFill/>
          <a:ln w="1524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431536" y="2286000"/>
            <a:ext cx="-155448" cy="0"/>
          </a:xfrm>
          <a:prstGeom prst="line">
            <a:avLst/>
          </a:prstGeom>
          <a:noFill/>
          <a:ln w="1524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096512" y="2286000"/>
            <a:ext cx="-173736" cy="0"/>
          </a:xfrm>
          <a:prstGeom prst="line">
            <a:avLst/>
          </a:prstGeom>
          <a:noFill/>
          <a:ln w="1524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816352" y="2286000"/>
            <a:ext cx="-219456" cy="0"/>
          </a:xfrm>
          <a:prstGeom prst="line">
            <a:avLst/>
          </a:prstGeom>
          <a:noFill/>
          <a:ln w="1524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572768" y="2286000"/>
            <a:ext cx="-164592" cy="0"/>
          </a:xfrm>
          <a:prstGeom prst="line">
            <a:avLst/>
          </a:prstGeom>
          <a:noFill/>
          <a:ln w="1524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1265408" y="1527048"/>
            <a:ext cx="0" cy="457200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219456" y="3063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34155"/>
                </a:solidFill>
              </a:rPr>
              <a:t>Control and configuration plane</a:t>
            </a:r>
            <a:endParaRPr lang="en-US" sz="1120" dirty="0"/>
          </a:p>
        </p:txBody>
      </p:sp>
      <p:sp>
        <p:nvSpPr>
          <p:cNvPr id="53" name="Text 51"/>
          <p:cNvSpPr/>
          <p:nvPr/>
        </p:nvSpPr>
        <p:spPr>
          <a:xfrm>
            <a:off x="228600" y="3364992"/>
            <a:ext cx="1554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config.env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TX_GAIN / RX_GAIN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OFDM_PROFILE / LISTEN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029968" y="3364992"/>
            <a:ext cx="1463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pyadi-iio + libiio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URIs: ip:localhost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ip:192.168.2.1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739896" y="3364992"/>
            <a:ext cx="1737360" cy="78638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CN0566 control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ADF4159 LO 12.4 GHz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ADAR1000 gain/phase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705856" y="3364992"/>
            <a:ext cx="1508760" cy="786384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Pluto AD9361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TX=[1], RX=[1]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gains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452360" y="3364992"/>
            <a:ext cx="1645920" cy="786384"/>
          </a:xfrm>
          <a:prstGeom prst="rect">
            <a:avLst/>
          </a:prstGeom>
          <a:solidFill>
            <a:srgbClr val="FEF3C7"/>
          </a:solidFill>
          <a:ln w="12700">
            <a:solidFill>
              <a:srgbClr val="A1620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runs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 folders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REPORT.txt + plots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345168" y="3364992"/>
            <a:ext cx="1828800" cy="786384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 safeguards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host_drop / tx_starve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PLL lock / EVM / BER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005840" y="3310128"/>
            <a:ext cx="0" cy="-1700784"/>
          </a:xfrm>
          <a:prstGeom prst="line">
            <a:avLst/>
          </a:prstGeom>
          <a:noFill/>
          <a:ln w="11430">
            <a:solidFill>
              <a:srgbClr val="3341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61488" y="3310128"/>
            <a:ext cx="0" cy="-1700784"/>
          </a:xfrm>
          <a:prstGeom prst="line">
            <a:avLst/>
          </a:prstGeom>
          <a:noFill/>
          <a:ln w="11430">
            <a:solidFill>
              <a:srgbClr val="3341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26864" y="3310128"/>
            <a:ext cx="3511296" cy="-1700784"/>
          </a:xfrm>
          <a:prstGeom prst="line">
            <a:avLst/>
          </a:prstGeom>
          <a:noFill/>
          <a:ln w="11430">
            <a:solidFill>
              <a:srgbClr val="16653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3310128"/>
            <a:ext cx="804672" cy="-1700784"/>
          </a:xfrm>
          <a:prstGeom prst="line">
            <a:avLst/>
          </a:prstGeom>
          <a:noFill/>
          <a:ln w="11430">
            <a:solidFill>
              <a:srgbClr val="6D28D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75320" y="3310128"/>
            <a:ext cx="-7360920" cy="-694944"/>
          </a:xfrm>
          <a:prstGeom prst="line">
            <a:avLst/>
          </a:prstGeom>
          <a:noFill/>
          <a:ln w="11430">
            <a:solidFill>
              <a:srgbClr val="A1620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41280" y="3310128"/>
            <a:ext cx="0" cy="-1700784"/>
          </a:xfrm>
          <a:prstGeom prst="line">
            <a:avLst/>
          </a:prstGeom>
          <a:noFill/>
          <a:ln w="11430">
            <a:solidFill>
              <a:srgbClr val="B91C1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" y="4572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</a:rPr>
              <a:t>Key workflow concept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28600" y="4828032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RF waveform carries four logical audio streams.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receiver can decode only the selected stream(s) for realtime playback, or decode all streams for performance tests.</a:t>
            </a:r>
            <a:endParaRPr lang="en-US" sz="880" dirty="0"/>
          </a:p>
        </p:txBody>
      </p:sp>
      <p:sp>
        <p:nvSpPr>
          <p:cNvPr id="67" name="Text 65"/>
          <p:cNvSpPr/>
          <p:nvPr/>
        </p:nvSpPr>
        <p:spPr>
          <a:xfrm>
            <a:off x="3730752" y="4828032"/>
            <a:ext cx="3611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1620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script captures hardware I/Q, analyzes offline, and writes timestamped folders containing waveform, eye, constellation, PSD, CSV metrics, and REPORT.txt.</a:t>
            </a:r>
            <a:endParaRPr lang="en-US" sz="880" dirty="0"/>
          </a:p>
        </p:txBody>
      </p:sp>
      <p:sp>
        <p:nvSpPr>
          <p:cNvPr id="68" name="Text 66"/>
          <p:cNvSpPr/>
          <p:nvPr/>
        </p:nvSpPr>
        <p:spPr>
          <a:xfrm>
            <a:off x="7525512" y="4828032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interpret tone FFT level as OFDM SNR. Use frame rate, host_drop, tx_starve, EVM, BER, and sequence gaps for realtime health.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228600" y="6108192"/>
            <a:ext cx="11750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6032" y="62362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Legend: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86384" y="6153912"/>
            <a:ext cx="6858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720" dirty="0"/>
          </a:p>
        </p:txBody>
      </p:sp>
      <p:sp>
        <p:nvSpPr>
          <p:cNvPr id="72" name="Text 70"/>
          <p:cNvSpPr/>
          <p:nvPr/>
        </p:nvSpPr>
        <p:spPr>
          <a:xfrm>
            <a:off x="1600200" y="6153912"/>
            <a:ext cx="502920" cy="256032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2240280" y="6153912"/>
            <a:ext cx="86868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CN0566 / RF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255264" y="6153912"/>
            <a:ext cx="768096" cy="256032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RX/audio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169664" y="6153912"/>
            <a:ext cx="621792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A1620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074920" y="6199632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Generated diagram for the current CN0566_OFDM_4CH_RPi4 selected-playback platform.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CN0566 + PlutoSDR 4-Channel QPSK-OFDM System Diagram</dc:title>
  <dc:subject>CN0566 + PlutoSDR four-channel QPSK-OFDM workflow</dc:subject>
  <dc:creator>OpenAI</dc:creator>
  <cp:lastModifiedBy>OpenAI</cp:lastModifiedBy>
  <cp:revision>1</cp:revision>
  <dcterms:created xsi:type="dcterms:W3CDTF">2026-07-20T18:24:04Z</dcterms:created>
  <dcterms:modified xsi:type="dcterms:W3CDTF">2026-07-20T18:24:04Z</dcterms:modified>
</cp:coreProperties>
</file>